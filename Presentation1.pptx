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2" autoAdjust="0"/>
    <p:restoredTop sz="94660"/>
  </p:normalViewPr>
  <p:slideViewPr>
    <p:cSldViewPr snapToGrid="0">
      <p:cViewPr varScale="1">
        <p:scale>
          <a:sx n="67" d="100"/>
          <a:sy n="67" d="100"/>
        </p:scale>
        <p:origin x="846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92514-B447-98EB-02A4-63DE44F683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0B5E50-9E28-D5A9-D751-6C3CBBA2CE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39CD91-BE7A-D1EB-CF67-68DE89D33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9C293-6A49-4561-839A-F3C484DA7083}" type="datetimeFigureOut">
              <a:rPr lang="en-GB" smtClean="0"/>
              <a:t>31/01/2026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95EB5E-44AB-B096-0B66-E951471E6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B8DD3-7890-7308-EAAB-E69E4C008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96603-9C79-463E-AA50-22D184F829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6992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D2482-AC8B-F95E-1690-7B3525859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2E6917-3D90-E3F9-4BEA-8AD5737ACB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152B4-CE09-0627-E8BD-5B92D37EB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9C293-6A49-4561-839A-F3C484DA7083}" type="datetimeFigureOut">
              <a:rPr lang="en-GB" smtClean="0"/>
              <a:t>31/01/2026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0D4644-7F54-ADEC-2767-5F9B2C28C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BD386-4402-DD89-1ECB-E593B0F2F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96603-9C79-463E-AA50-22D184F829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3431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DB624-B656-0761-D312-AC5A2C771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899DB7-8A92-0741-9E1C-E48FF92685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4FF67-46FE-E863-5F20-649CC903F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9C293-6A49-4561-839A-F3C484DA7083}" type="datetimeFigureOut">
              <a:rPr lang="en-GB" smtClean="0"/>
              <a:t>31/01/2026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36918-0993-B1E7-9111-8CCCD5FC0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D8063-AB6B-30FD-98EA-182CDE759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96603-9C79-463E-AA50-22D184F829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14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F3873-AFB2-F5E7-9AFF-D22ED9F20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6CB95-78F9-C774-EA0B-28199A9C4D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1D1C07-ACA5-5E1E-6EB4-DAEE78DB2C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E121FA-7027-E351-589D-40A4EBFC1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9C293-6A49-4561-839A-F3C484DA7083}" type="datetimeFigureOut">
              <a:rPr lang="en-GB" smtClean="0"/>
              <a:t>31/01/2026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5CF45C-74C0-FDCD-B1C3-61C25BF64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D5A35F-1E64-FA6E-9120-0125319F5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96603-9C79-463E-AA50-22D184F829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3808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6DFB7-74C4-5411-94C3-A44FB1888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70AA5C-516F-D299-FCCB-B976F7825A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84B990-EF10-F646-C085-36A66886A8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3E28CC-7B40-9925-2CCA-B0C4CF05C2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1D67CF-701F-455D-9D20-129B1B64A0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BA200E-CFF8-634C-2376-8ABEA97D9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9C293-6A49-4561-839A-F3C484DA7083}" type="datetimeFigureOut">
              <a:rPr lang="en-GB" smtClean="0"/>
              <a:t>31/01/2026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78808C-0770-5D7C-3DF6-E94FB01AA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B0359B-6AF9-3DA5-E7C8-B74C1531A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96603-9C79-463E-AA50-22D184F829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5692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ABBC7-92FB-7755-6E92-77A262613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366BA-9FD8-0B99-EA5A-CDA8C75BE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9C293-6A49-4561-839A-F3C484DA7083}" type="datetimeFigureOut">
              <a:rPr lang="en-GB" smtClean="0"/>
              <a:t>31/01/2026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96E82F-DA99-812B-3BCD-C373485EC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8DDFC5-808E-ABEE-1590-E07FB2963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96603-9C79-463E-AA50-22D184F829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2342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077440-0026-D669-BF0E-43FC299A7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9C293-6A49-4561-839A-F3C484DA7083}" type="datetimeFigureOut">
              <a:rPr lang="en-GB" smtClean="0"/>
              <a:t>31/01/2026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B16286-A49F-28FD-0517-944E9EB31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BE892F-2899-45B4-19CB-2ED48F1D1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96603-9C79-463E-AA50-22D184F829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513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0C647-E9BE-3500-AA58-305EC6DD8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BAE4F-5CE7-7E7A-1E67-9C364C67E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D4E0C4-373B-8F22-3170-328E92AD29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7074CB-0027-A757-71B9-39E207EA0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9C293-6A49-4561-839A-F3C484DA7083}" type="datetimeFigureOut">
              <a:rPr lang="en-GB" smtClean="0"/>
              <a:t>31/01/2026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80C5C9-536F-F1EC-F6EA-27E1253F3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E5113C-FE2E-5B8C-E9D7-E5E419533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96603-9C79-463E-AA50-22D184F829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9441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8C90E-569C-B7F6-99E1-A61AD1E2B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798FE8-9FFE-8275-FA6A-DCC9B7720D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072746-8C10-4D42-263C-611C64FAA4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3727A1-DD86-ABE9-69AA-BE90A4321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9C293-6A49-4561-839A-F3C484DA7083}" type="datetimeFigureOut">
              <a:rPr lang="en-GB" smtClean="0"/>
              <a:t>31/01/2026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231F2E-ECCA-B98C-F4AC-063C066CE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63D6D6-832F-126C-9C8F-E24566019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96603-9C79-463E-AA50-22D184F829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893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23505-AE68-3524-13B9-D0598ED4B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49A248-A02C-5E20-3F30-717FFFA366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E44841-9BE5-2617-CF54-D28FF8729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9C293-6A49-4561-839A-F3C484DA7083}" type="datetimeFigureOut">
              <a:rPr lang="en-GB" smtClean="0"/>
              <a:t>31/01/2026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5547A7-1577-ED66-778D-B33F33068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A69DC6-C0D6-21B9-945B-532D4A0A3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96603-9C79-463E-AA50-22D184F829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442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A701F0-EF1B-FF01-A3DB-4F524CEA76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9BC3B9-20D4-06F1-E5C0-EBAB72149D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C7B5A-582B-DC3F-6A6A-B08500B91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9C293-6A49-4561-839A-F3C484DA7083}" type="datetimeFigureOut">
              <a:rPr lang="en-GB" smtClean="0"/>
              <a:t>31/01/2026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2830E-858D-BD77-F043-8E0FD9423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890B6E-EB68-D3D4-F899-C4CC54768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96603-9C79-463E-AA50-22D184F829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339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8A1810-E1CB-8B7F-D9E8-605E87429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18DC92-B994-F804-1DD0-AA985E2DAD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FB6EE0-034A-AA68-F41D-E7A384214A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9C293-6A49-4561-839A-F3C484DA7083}" type="datetimeFigureOut">
              <a:rPr lang="en-GB" smtClean="0"/>
              <a:t>31/01/2026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175FD7-5693-CAC5-BC31-7E1DF0FF2C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E9E1FE-064D-450E-663E-912FFEA5B4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796603-9C79-463E-AA50-22D184F829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5779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1">
            <a:extLst>
              <a:ext uri="{FF2B5EF4-FFF2-40B4-BE49-F238E27FC236}">
                <a16:creationId xmlns:a16="http://schemas.microsoft.com/office/drawing/2014/main" id="{018C7AC5-8B2D-C3EF-B609-C9DAF1A202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2103" y="276666"/>
            <a:ext cx="1476375" cy="1165223"/>
          </a:xfrm>
          <a:prstGeom prst="roundRect">
            <a:avLst>
              <a:gd name="adj" fmla="val 16667"/>
            </a:avLst>
          </a:prstGeom>
          <a:solidFill>
            <a:srgbClr val="156082"/>
          </a:solidFill>
          <a:ln w="12700">
            <a:solidFill>
              <a:srgbClr val="030E13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Building Load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64.5 kW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9A5D484E-2ADB-9595-F1BE-D1D4D8A75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9718" y="1942740"/>
            <a:ext cx="1323975" cy="1219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GRID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+37.5 kW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Importing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D6FF3640-7FB5-D080-3006-D0F5052F42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2103" y="1976078"/>
            <a:ext cx="1476375" cy="1152525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INVERTER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DC ↔ AC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E4735D3E-F627-55AF-9DF0-4B97B3DFD5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2103" y="3985315"/>
            <a:ext cx="1476375" cy="828675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SOLAR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7.3 kW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AutoShape 3">
            <a:extLst>
              <a:ext uri="{FF2B5EF4-FFF2-40B4-BE49-F238E27FC236}">
                <a16:creationId xmlns:a16="http://schemas.microsoft.com/office/drawing/2014/main" id="{EDA91356-BFF9-59CA-9B12-3884F975B4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9495" y="1976079"/>
            <a:ext cx="1638300" cy="1152525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BATTERY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-20.2 kW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Charging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57% SOC  45</a:t>
            </a:r>
            <a:r>
              <a:rPr kumimoji="0" lang="en-US" altLang="en-US" sz="1100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o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C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94C788BF-E579-122C-B851-0F0B324E1E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8FD3FE30-7D71-F72E-7883-CF83B2227756}"/>
              </a:ext>
            </a:extLst>
          </p:cNvPr>
          <p:cNvCxnSpPr>
            <a:cxnSpLocks/>
            <a:stCxn id="7" idx="0"/>
            <a:endCxn id="6" idx="2"/>
          </p:cNvCxnSpPr>
          <p:nvPr/>
        </p:nvCxnSpPr>
        <p:spPr>
          <a:xfrm flipV="1">
            <a:off x="7070291" y="3128603"/>
            <a:ext cx="0" cy="8567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2" name="AutoShape 4">
            <a:extLst>
              <a:ext uri="{FF2B5EF4-FFF2-40B4-BE49-F238E27FC236}">
                <a16:creationId xmlns:a16="http://schemas.microsoft.com/office/drawing/2014/main" id="{13C6B273-0F7F-A4A3-D0E2-740638E7BB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4711" y="1976078"/>
            <a:ext cx="1476375" cy="1152522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GRID METER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94FCC203-5B4E-B603-94C2-A2A41D760E80}"/>
              </a:ext>
            </a:extLst>
          </p:cNvPr>
          <p:cNvCxnSpPr/>
          <p:nvPr/>
        </p:nvCxnSpPr>
        <p:spPr>
          <a:xfrm>
            <a:off x="5271086" y="2444184"/>
            <a:ext cx="10610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1BDEBE3-E633-3E83-C4AB-AFECC62E9C05}"/>
              </a:ext>
            </a:extLst>
          </p:cNvPr>
          <p:cNvCxnSpPr/>
          <p:nvPr/>
        </p:nvCxnSpPr>
        <p:spPr>
          <a:xfrm>
            <a:off x="7808477" y="2562172"/>
            <a:ext cx="10610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75FC455A-FE84-F0CC-333C-712D6489192A}"/>
              </a:ext>
            </a:extLst>
          </p:cNvPr>
          <p:cNvCxnSpPr>
            <a:cxnSpLocks/>
          </p:cNvCxnSpPr>
          <p:nvPr/>
        </p:nvCxnSpPr>
        <p:spPr>
          <a:xfrm flipH="1">
            <a:off x="7808477" y="2305664"/>
            <a:ext cx="10610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0FF4FF24-8C89-6C9F-DE65-8AA081D25FFE}"/>
              </a:ext>
            </a:extLst>
          </p:cNvPr>
          <p:cNvCxnSpPr/>
          <p:nvPr/>
        </p:nvCxnSpPr>
        <p:spPr>
          <a:xfrm>
            <a:off x="7808477" y="2812026"/>
            <a:ext cx="10610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D0465731-D6FD-0648-D92A-00F17DA7C580}"/>
              </a:ext>
            </a:extLst>
          </p:cNvPr>
          <p:cNvCxnSpPr>
            <a:cxnSpLocks/>
            <a:stCxn id="22" idx="0"/>
            <a:endCxn id="4" idx="1"/>
          </p:cNvCxnSpPr>
          <p:nvPr/>
        </p:nvCxnSpPr>
        <p:spPr>
          <a:xfrm rot="5400000" flipH="1" flipV="1">
            <a:off x="4874101" y="518076"/>
            <a:ext cx="1116800" cy="179920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7ABD5E0F-DA45-F5EE-28C6-ACE238257F9F}"/>
              </a:ext>
            </a:extLst>
          </p:cNvPr>
          <p:cNvCxnSpPr>
            <a:cxnSpLocks/>
          </p:cNvCxnSpPr>
          <p:nvPr/>
        </p:nvCxnSpPr>
        <p:spPr>
          <a:xfrm flipH="1">
            <a:off x="5271086" y="2703231"/>
            <a:ext cx="10610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98907235-F126-1AEE-842D-A7DB6904C029}"/>
              </a:ext>
            </a:extLst>
          </p:cNvPr>
          <p:cNvCxnSpPr/>
          <p:nvPr/>
        </p:nvCxnSpPr>
        <p:spPr>
          <a:xfrm>
            <a:off x="2733694" y="2438399"/>
            <a:ext cx="10610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84D8481D-FC53-5D31-789E-0C3A71646838}"/>
              </a:ext>
            </a:extLst>
          </p:cNvPr>
          <p:cNvCxnSpPr>
            <a:cxnSpLocks/>
          </p:cNvCxnSpPr>
          <p:nvPr/>
        </p:nvCxnSpPr>
        <p:spPr>
          <a:xfrm flipH="1">
            <a:off x="2733694" y="2693399"/>
            <a:ext cx="10610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13ED65D-EA80-5A14-5078-ED7A7E8FF862}"/>
              </a:ext>
            </a:extLst>
          </p:cNvPr>
          <p:cNvCxnSpPr>
            <a:cxnSpLocks/>
          </p:cNvCxnSpPr>
          <p:nvPr/>
        </p:nvCxnSpPr>
        <p:spPr>
          <a:xfrm flipV="1">
            <a:off x="6821894" y="1441889"/>
            <a:ext cx="0" cy="5341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DBB7A9A-2FFF-12C6-D4EC-37D65184332B}"/>
              </a:ext>
            </a:extLst>
          </p:cNvPr>
          <p:cNvCxnSpPr>
            <a:cxnSpLocks/>
          </p:cNvCxnSpPr>
          <p:nvPr/>
        </p:nvCxnSpPr>
        <p:spPr>
          <a:xfrm flipV="1">
            <a:off x="7269262" y="1441889"/>
            <a:ext cx="0" cy="5341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7371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39E29F5-E1A2-AFCA-7BE3-1A7B40F2158D}"/>
              </a:ext>
            </a:extLst>
          </p:cNvPr>
          <p:cNvCxnSpPr/>
          <p:nvPr/>
        </p:nvCxnSpPr>
        <p:spPr>
          <a:xfrm>
            <a:off x="5886450" y="1300163"/>
            <a:ext cx="3571875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CAEBF7-F9E4-3769-7F88-A60F1102A148}"/>
              </a:ext>
            </a:extLst>
          </p:cNvPr>
          <p:cNvCxnSpPr>
            <a:cxnSpLocks/>
          </p:cNvCxnSpPr>
          <p:nvPr/>
        </p:nvCxnSpPr>
        <p:spPr>
          <a:xfrm flipV="1">
            <a:off x="3457575" y="1300163"/>
            <a:ext cx="2443163" cy="2128837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ABD3159-22B9-164D-A7B1-8060F784A724}"/>
              </a:ext>
            </a:extLst>
          </p:cNvPr>
          <p:cNvSpPr/>
          <p:nvPr/>
        </p:nvSpPr>
        <p:spPr>
          <a:xfrm>
            <a:off x="6415088" y="1028695"/>
            <a:ext cx="2528887" cy="2428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B757A1A-BBAF-D437-F706-BDA8D2FF3E6A}"/>
              </a:ext>
            </a:extLst>
          </p:cNvPr>
          <p:cNvSpPr/>
          <p:nvPr/>
        </p:nvSpPr>
        <p:spPr>
          <a:xfrm rot="19127671">
            <a:off x="3326380" y="2145916"/>
            <a:ext cx="2528887" cy="2428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EFE27F4-154C-6FE2-585D-A8FB9DF0D7E6}"/>
              </a:ext>
            </a:extLst>
          </p:cNvPr>
          <p:cNvCxnSpPr/>
          <p:nvPr/>
        </p:nvCxnSpPr>
        <p:spPr>
          <a:xfrm>
            <a:off x="5886450" y="1485899"/>
            <a:ext cx="3571875" cy="0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7CBB9E4-264A-5F5E-E341-6CDBE1FEF686}"/>
              </a:ext>
            </a:extLst>
          </p:cNvPr>
          <p:cNvCxnSpPr>
            <a:cxnSpLocks/>
          </p:cNvCxnSpPr>
          <p:nvPr/>
        </p:nvCxnSpPr>
        <p:spPr>
          <a:xfrm flipV="1">
            <a:off x="3787724" y="1485899"/>
            <a:ext cx="2098726" cy="1943101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2686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17799</TotalTime>
  <Words>28</Words>
  <Application>Microsoft Office PowerPoint</Application>
  <PresentationFormat>Widescreen</PresentationFormat>
  <Paragraphs>13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Patrick d'Orey</dc:creator>
  <cp:lastModifiedBy>Patrick d'Orey</cp:lastModifiedBy>
  <cp:revision>5</cp:revision>
  <dcterms:created xsi:type="dcterms:W3CDTF">2026-01-20T17:27:26Z</dcterms:created>
  <dcterms:modified xsi:type="dcterms:W3CDTF">2026-02-12T12:24:12Z</dcterms:modified>
</cp:coreProperties>
</file>